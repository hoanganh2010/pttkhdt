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Hind Vadodara Light" panose="020B0604020202020204" charset="0"/>
      <p:regular r:id="rId4"/>
      <p:bold r:id="rId5"/>
    </p:embeddedFont>
    <p:embeddedFont>
      <p:font typeface="Teko Light" panose="020B0604020202020204" charset="0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9AA0A6"/>
          </p15:clr>
        </p15:guide>
        <p15:guide id="2" orient="horz" pos="284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581EE2-D23D-4962-B932-698DF1BDDB72}">
  <a:tblStyle styleId="{6F581EE2-D23D-4962-B932-698DF1BDDB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82" y="72"/>
      </p:cViewPr>
      <p:guideLst>
        <p:guide pos="2880"/>
        <p:guide orient="horz" pos="284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24294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3da1a43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3da1a43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125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481725" y="1331450"/>
            <a:ext cx="4180500" cy="174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335000" y="3257551"/>
            <a:ext cx="24738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625025" y="35533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625025" y="1331190"/>
            <a:ext cx="3375300" cy="14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Light"/>
              <a:buNone/>
              <a:defRPr sz="2400">
                <a:solidFill>
                  <a:schemeClr val="dk1"/>
                </a:solidFill>
                <a:latin typeface="Teko Light"/>
                <a:ea typeface="Teko Light"/>
                <a:cs typeface="Teko Light"/>
                <a:sym typeface="Teko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 Vadodara Light"/>
              <a:buChar char="●"/>
              <a:defRPr sz="18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Vadodara Light"/>
              <a:buChar char="○"/>
              <a:defRPr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■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●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○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■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●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 Light"/>
              <a:buChar char="○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Hind Vadodara Light"/>
              <a:buChar char="■"/>
              <a:defRPr sz="1200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69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>
            <a:spLocks noGrp="1"/>
          </p:cNvSpPr>
          <p:nvPr>
            <p:ph type="ctrTitle"/>
          </p:nvPr>
        </p:nvSpPr>
        <p:spPr>
          <a:xfrm>
            <a:off x="1893095" y="85725"/>
            <a:ext cx="7250905" cy="80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200" b="1" dirty="0" smtClean="0">
                <a:latin typeface="+mn-lt"/>
              </a:rPr>
              <a:t>TRƯỜNG ĐẠI HỌC SƯ PHẠM KỸ THUẬT HƯNG YÊN</a:t>
            </a:r>
            <a:br>
              <a:rPr lang="vi-VN" sz="2200" b="1" dirty="0" smtClean="0">
                <a:latin typeface="+mn-lt"/>
              </a:rPr>
            </a:br>
            <a:r>
              <a:rPr lang="vi-VN" sz="2000" b="1" dirty="0" smtClean="0">
                <a:latin typeface="+mn-lt"/>
              </a:rPr>
              <a:t>KHOA CÔNG NGHỆ THÔNG TIN</a:t>
            </a:r>
            <a:endParaRPr sz="2000" b="1" dirty="0">
              <a:latin typeface="+mn-lt"/>
            </a:endParaRPr>
          </a:p>
        </p:txBody>
      </p:sp>
      <p:sp>
        <p:nvSpPr>
          <p:cNvPr id="134" name="Google Shape;134;p29"/>
          <p:cNvSpPr txBox="1">
            <a:spLocks noGrp="1"/>
          </p:cNvSpPr>
          <p:nvPr>
            <p:ph type="subTitle" idx="1"/>
          </p:nvPr>
        </p:nvSpPr>
        <p:spPr>
          <a:xfrm>
            <a:off x="2364582" y="1187228"/>
            <a:ext cx="5943600" cy="928688"/>
          </a:xfrm>
          <a:prstGeom prst="rect">
            <a:avLst/>
          </a:prstGeom>
          <a:noFill/>
          <a:ln w="571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 smtClean="0">
                <a:latin typeface="+mn-lt"/>
              </a:rPr>
              <a:t>BÀI TẬP LỚN MÔN HỌC: PHÂN TÍCH THIẾT KẾ HƯỚNG ĐỐI TƯỢNG VỚI UML</a:t>
            </a:r>
            <a:endParaRPr sz="2000" b="1" dirty="0">
              <a:latin typeface="+mn-lt"/>
            </a:endParaRPr>
          </a:p>
        </p:txBody>
      </p:sp>
      <p:sp>
        <p:nvSpPr>
          <p:cNvPr id="4" name="Google Shape;134;p29"/>
          <p:cNvSpPr txBox="1">
            <a:spLocks/>
          </p:cNvSpPr>
          <p:nvPr/>
        </p:nvSpPr>
        <p:spPr>
          <a:xfrm>
            <a:off x="438616" y="2417319"/>
            <a:ext cx="7330068" cy="1061861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14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9pPr>
          </a:lstStyle>
          <a:p>
            <a:pPr marL="0" indent="0"/>
            <a:r>
              <a:rPr lang="vi-VN" sz="2400" b="1" dirty="0" smtClean="0">
                <a:latin typeface="+mn-lt"/>
              </a:rPr>
              <a:t>XÂY </a:t>
            </a:r>
            <a:r>
              <a:rPr lang="vi-VN" sz="2400" b="1" dirty="0">
                <a:latin typeface="+mn-lt"/>
              </a:rPr>
              <a:t>DỰNG </a:t>
            </a:r>
            <a:r>
              <a:rPr lang="vi-VN" sz="2400" b="1" dirty="0" smtClean="0">
                <a:latin typeface="+mn-lt"/>
              </a:rPr>
              <a:t>WEBSITE QUẢN </a:t>
            </a:r>
            <a:r>
              <a:rPr lang="vi-VN" sz="2400" b="1" dirty="0">
                <a:latin typeface="+mn-lt"/>
              </a:rPr>
              <a:t>LÝ BÁN HÀNG CHO </a:t>
            </a:r>
            <a:endParaRPr lang="vi-VN" sz="2400" b="1" dirty="0" smtClean="0">
              <a:latin typeface="+mn-lt"/>
            </a:endParaRPr>
          </a:p>
          <a:p>
            <a:pPr marL="0" indent="0"/>
            <a:r>
              <a:rPr lang="vi-VN" sz="2400" b="1" dirty="0" smtClean="0">
                <a:latin typeface="+mn-lt"/>
              </a:rPr>
              <a:t>SHOP </a:t>
            </a:r>
            <a:r>
              <a:rPr lang="vi-VN" sz="2400" b="1" dirty="0">
                <a:latin typeface="+mn-lt"/>
              </a:rPr>
              <a:t>MỸ PHẨM ORIOLE</a:t>
            </a:r>
            <a:endParaRPr lang="en-US" sz="2400" dirty="0">
              <a:latin typeface="+mn-lt"/>
            </a:endParaRPr>
          </a:p>
          <a:p>
            <a:pPr marL="0" indent="0"/>
            <a:endParaRPr lang="vi-VN" sz="1800" b="1" dirty="0">
              <a:latin typeface="+mn-lt"/>
            </a:endParaRPr>
          </a:p>
        </p:txBody>
      </p:sp>
      <p:sp>
        <p:nvSpPr>
          <p:cNvPr id="5" name="Google Shape;134;p29"/>
          <p:cNvSpPr txBox="1">
            <a:spLocks/>
          </p:cNvSpPr>
          <p:nvPr/>
        </p:nvSpPr>
        <p:spPr>
          <a:xfrm>
            <a:off x="1290232" y="3856406"/>
            <a:ext cx="3846764" cy="928688"/>
          </a:xfrm>
          <a:prstGeom prst="rect">
            <a:avLst/>
          </a:prstGeom>
          <a:noFill/>
          <a:ln w="571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14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ind Vadodara Light"/>
              <a:buNone/>
              <a:defRPr sz="2800" b="0" i="0" u="none" strike="noStrike" cap="none">
                <a:solidFill>
                  <a:schemeClr val="dk1"/>
                </a:solidFill>
                <a:latin typeface="Hind Vadodara Light"/>
                <a:ea typeface="Hind Vadodara Light"/>
                <a:cs typeface="Hind Vadodara Light"/>
                <a:sym typeface="Hind Vadodara Light"/>
              </a:defRPr>
            </a:lvl9pPr>
          </a:lstStyle>
          <a:p>
            <a:pPr marL="0" indent="0" algn="l"/>
            <a:r>
              <a:rPr lang="vi-VN" sz="2000" b="1" dirty="0" smtClean="0">
                <a:latin typeface="+mn-lt"/>
              </a:rPr>
              <a:t>GVHD: TS. Chu Thị Minh Huệ</a:t>
            </a:r>
          </a:p>
          <a:p>
            <a:pPr marL="0" indent="0" algn="l"/>
            <a:r>
              <a:rPr lang="vi-VN" sz="2000" b="1" dirty="0" smtClean="0">
                <a:latin typeface="+mn-lt"/>
              </a:rPr>
              <a:t>SVTH: Nguyễn Hoàng Anh</a:t>
            </a:r>
            <a:endParaRPr lang="vi-VN" sz="2000" b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4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0" tmFilter="0, 0; 0.125,0.2665; 0.25,0.4; 0.375,0.465; 0.5,0.5;  0.625,0.535; 0.75,0.6; 0.875,0.7335; 1,1">
                                          <p:stCondLst>
                                            <p:cond delay="49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" tmFilter="0, 0; 0.125,0.2665; 0.25,0.4; 0.375,0.465; 0.5,0.5;  0.625,0.535; 0.75,0.6; 0.875,0.7335; 1,1">
                                          <p:stCondLst>
                                            <p:cond delay="976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" tmFilter="0, 0; 0.125,0.2665; 0.25,0.4; 0.375,0.465; 0.5,0.5;  0.625,0.535; 0.75,0.6; 0.875,0.7335; 1,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">
                                          <p:stCondLst>
                                            <p:cond delay="47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">
                                          <p:stCondLst>
                                            <p:cond delay="968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" decel="50000">
                                          <p:stCondLst>
                                            <p:cond delay="987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" decel="50000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4" grpId="0" build="p"/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Science Fair Newsletter by Slidesgo">
  <a:themeElements>
    <a:clrScheme name="Simple Light">
      <a:dk1>
        <a:srgbClr val="383536"/>
      </a:dk1>
      <a:lt1>
        <a:srgbClr val="FFFFFF"/>
      </a:lt1>
      <a:dk2>
        <a:srgbClr val="B7588F"/>
      </a:dk2>
      <a:lt2>
        <a:srgbClr val="E6F0EF"/>
      </a:lt2>
      <a:accent1>
        <a:srgbClr val="FF6AAA"/>
      </a:accent1>
      <a:accent2>
        <a:srgbClr val="F97DA9"/>
      </a:accent2>
      <a:accent3>
        <a:srgbClr val="FFABA5"/>
      </a:accent3>
      <a:accent4>
        <a:srgbClr val="B7588F"/>
      </a:accent4>
      <a:accent5>
        <a:srgbClr val="FF6AAA"/>
      </a:accent5>
      <a:accent6>
        <a:srgbClr val="B7588F"/>
      </a:accent6>
      <a:hlink>
        <a:srgbClr val="B7588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49</Words>
  <Application>Microsoft Office PowerPoint</Application>
  <PresentationFormat>On-screen Show (16:9)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Hind Vadodara Light</vt:lpstr>
      <vt:lpstr>Arial</vt:lpstr>
      <vt:lpstr>Teko Light</vt:lpstr>
      <vt:lpstr>Science Fair Newsletter by Slidesgo</vt:lpstr>
      <vt:lpstr>TRƯỜNG ĐẠI HỌC SƯ PHẠM KỸ THUẬT HƯNG YÊN KHOA CÔNG NGHỆ THÔNG TIN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SƯ PHẠM KỸ THUẬT HƯNG YÊN KHOA CÔNG NGHỆ THÔNG TIN</dc:title>
  <cp:lastModifiedBy>Microsoft account</cp:lastModifiedBy>
  <cp:revision>2</cp:revision>
  <dcterms:modified xsi:type="dcterms:W3CDTF">2022-01-10T07:39:40Z</dcterms:modified>
</cp:coreProperties>
</file>